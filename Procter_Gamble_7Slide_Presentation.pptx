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sldIdLst>
    <p:sldId id="256" r:id="rId2"/>
    <p:sldId id="257" r:id="rId3"/>
    <p:sldId id="263" r:id="rId4"/>
    <p:sldId id="258" r:id="rId5"/>
    <p:sldId id="260" r:id="rId6"/>
    <p:sldId id="261" r:id="rId7"/>
    <p:sldId id="262" r:id="rId8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i Janghu" userId="c8962396980548b0" providerId="LiveId" clId="{BF4547C3-07C8-4336-B34F-E4EB79BB2C20}"/>
    <pc:docChg chg="undo redo custSel addSld delSld modSld modMainMaster">
      <pc:chgData name="Aditi Janghu" userId="c8962396980548b0" providerId="LiveId" clId="{BF4547C3-07C8-4336-B34F-E4EB79BB2C20}" dt="2025-10-28T09:56:30.681" v="786" actId="29295"/>
      <pc:docMkLst>
        <pc:docMk/>
      </pc:docMkLst>
      <pc:sldChg chg="addSp modSp mod modTransition setBg">
        <pc:chgData name="Aditi Janghu" userId="c8962396980548b0" providerId="LiveId" clId="{BF4547C3-07C8-4336-B34F-E4EB79BB2C20}" dt="2025-10-28T09:56:30.681" v="786" actId="29295"/>
        <pc:sldMkLst>
          <pc:docMk/>
          <pc:sldMk cId="0" sldId="256"/>
        </pc:sldMkLst>
        <pc:spChg chg="mod">
          <ac:chgData name="Aditi Janghu" userId="c8962396980548b0" providerId="LiveId" clId="{BF4547C3-07C8-4336-B34F-E4EB79BB2C20}" dt="2025-10-28T09:40:10.888" v="500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Aditi Janghu" userId="c8962396980548b0" providerId="LiveId" clId="{BF4547C3-07C8-4336-B34F-E4EB79BB2C20}" dt="2025-10-28T09:40:24.642" v="502" actId="1392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diti Janghu" userId="c8962396980548b0" providerId="LiveId" clId="{BF4547C3-07C8-4336-B34F-E4EB79BB2C20}" dt="2025-10-28T09:19:06.208" v="315" actId="1076"/>
          <ac:spMkLst>
            <pc:docMk/>
            <pc:sldMk cId="0" sldId="256"/>
            <ac:spMk id="7" creationId="{00000000-0000-0000-0000-000000000000}"/>
          </ac:spMkLst>
        </pc:spChg>
        <pc:picChg chg="add mod">
          <ac:chgData name="Aditi Janghu" userId="c8962396980548b0" providerId="LiveId" clId="{BF4547C3-07C8-4336-B34F-E4EB79BB2C20}" dt="2025-10-28T09:56:30.681" v="786" actId="29295"/>
          <ac:picMkLst>
            <pc:docMk/>
            <pc:sldMk cId="0" sldId="256"/>
            <ac:picMk id="8" creationId="{C8559EBF-E311-9E94-8E45-22EE3FCE5DAF}"/>
          </ac:picMkLst>
        </pc:picChg>
      </pc:sldChg>
      <pc:sldChg chg="addSp modSp mod modTransition setBg">
        <pc:chgData name="Aditi Janghu" userId="c8962396980548b0" providerId="LiveId" clId="{BF4547C3-07C8-4336-B34F-E4EB79BB2C20}" dt="2025-10-28T09:54:39.695" v="772" actId="1035"/>
        <pc:sldMkLst>
          <pc:docMk/>
          <pc:sldMk cId="0" sldId="257"/>
        </pc:sldMkLst>
        <pc:spChg chg="mod">
          <ac:chgData name="Aditi Janghu" userId="c8962396980548b0" providerId="LiveId" clId="{BF4547C3-07C8-4336-B34F-E4EB79BB2C20}" dt="2025-10-28T09:40:40.560" v="503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diti Janghu" userId="c8962396980548b0" providerId="LiveId" clId="{BF4547C3-07C8-4336-B34F-E4EB79BB2C20}" dt="2025-10-28T09:51:22.645" v="646" actId="2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Aditi Janghu" userId="c8962396980548b0" providerId="LiveId" clId="{BF4547C3-07C8-4336-B34F-E4EB79BB2C20}" dt="2025-10-28T09:54:39.695" v="772" actId="1035"/>
          <ac:picMkLst>
            <pc:docMk/>
            <pc:sldMk cId="0" sldId="257"/>
            <ac:picMk id="5" creationId="{0D9E0CBC-A4F3-4EBC-0F3A-DDDB80A447BB}"/>
          </ac:picMkLst>
        </pc:picChg>
      </pc:sldChg>
      <pc:sldChg chg="addSp delSp modSp mod modTransition">
        <pc:chgData name="Aditi Janghu" userId="c8962396980548b0" providerId="LiveId" clId="{BF4547C3-07C8-4336-B34F-E4EB79BB2C20}" dt="2025-10-28T09:55:12.573" v="777" actId="255"/>
        <pc:sldMkLst>
          <pc:docMk/>
          <pc:sldMk cId="0" sldId="258"/>
        </pc:sldMkLst>
        <pc:spChg chg="mod">
          <ac:chgData name="Aditi Janghu" userId="c8962396980548b0" providerId="LiveId" clId="{BF4547C3-07C8-4336-B34F-E4EB79BB2C20}" dt="2025-10-28T09:55:12.573" v="777" actId="255"/>
          <ac:spMkLst>
            <pc:docMk/>
            <pc:sldMk cId="0" sldId="258"/>
            <ac:spMk id="2" creationId="{00000000-0000-0000-0000-000000000000}"/>
          </ac:spMkLst>
        </pc:spChg>
        <pc:spChg chg="add del mod">
          <ac:chgData name="Aditi Janghu" userId="c8962396980548b0" providerId="LiveId" clId="{BF4547C3-07C8-4336-B34F-E4EB79BB2C20}" dt="2025-10-28T09:15:59.463" v="199" actId="478"/>
          <ac:spMkLst>
            <pc:docMk/>
            <pc:sldMk cId="0" sldId="258"/>
            <ac:spMk id="6" creationId="{96FDF60F-FC35-ABB3-57E2-7332106099E5}"/>
          </ac:spMkLst>
        </pc:spChg>
        <pc:spChg chg="add del mod">
          <ac:chgData name="Aditi Janghu" userId="c8962396980548b0" providerId="LiveId" clId="{BF4547C3-07C8-4336-B34F-E4EB79BB2C20}" dt="2025-10-28T09:37:16.199" v="477" actId="478"/>
          <ac:spMkLst>
            <pc:docMk/>
            <pc:sldMk cId="0" sldId="258"/>
            <ac:spMk id="8" creationId="{293981E8-7154-7662-D165-C4050C578349}"/>
          </ac:spMkLst>
        </pc:spChg>
        <pc:graphicFrameChg chg="del">
          <ac:chgData name="Aditi Janghu" userId="c8962396980548b0" providerId="LiveId" clId="{BF4547C3-07C8-4336-B34F-E4EB79BB2C20}" dt="2025-10-28T09:12:50.997" v="153" actId="478"/>
          <ac:graphicFrameMkLst>
            <pc:docMk/>
            <pc:sldMk cId="0" sldId="258"/>
            <ac:graphicFrameMk id="5" creationId="{1391DC8C-B3E7-E4DF-8D0F-B76476E7DEC2}"/>
          </ac:graphicFrameMkLst>
        </pc:graphicFrameChg>
        <pc:graphicFrameChg chg="add mod modGraphic">
          <ac:chgData name="Aditi Janghu" userId="c8962396980548b0" providerId="LiveId" clId="{BF4547C3-07C8-4336-B34F-E4EB79BB2C20}" dt="2025-10-28T09:51:37.227" v="648" actId="14100"/>
          <ac:graphicFrameMkLst>
            <pc:docMk/>
            <pc:sldMk cId="0" sldId="258"/>
            <ac:graphicFrameMk id="9" creationId="{C9CBA071-F8F7-2C7B-5383-13D318FD71C8}"/>
          </ac:graphicFrameMkLst>
        </pc:graphicFrameChg>
        <pc:picChg chg="mod">
          <ac:chgData name="Aditi Janghu" userId="c8962396980548b0" providerId="LiveId" clId="{BF4547C3-07C8-4336-B34F-E4EB79BB2C20}" dt="2025-10-28T09:51:45.763" v="650" actId="14100"/>
          <ac:picMkLst>
            <pc:docMk/>
            <pc:sldMk cId="0" sldId="258"/>
            <ac:picMk id="4" creationId="{00000000-0000-0000-0000-000000000000}"/>
          </ac:picMkLst>
        </pc:picChg>
      </pc:sldChg>
      <pc:sldChg chg="del">
        <pc:chgData name="Aditi Janghu" userId="c8962396980548b0" providerId="LiveId" clId="{BF4547C3-07C8-4336-B34F-E4EB79BB2C20}" dt="2025-10-28T09:18:40.863" v="314" actId="2696"/>
        <pc:sldMkLst>
          <pc:docMk/>
          <pc:sldMk cId="0" sldId="259"/>
        </pc:sldMkLst>
      </pc:sldChg>
      <pc:sldChg chg="addSp modSp mod modTransition">
        <pc:chgData name="Aditi Janghu" userId="c8962396980548b0" providerId="LiveId" clId="{BF4547C3-07C8-4336-B34F-E4EB79BB2C20}" dt="2025-10-28T09:55:52.565" v="784" actId="20577"/>
        <pc:sldMkLst>
          <pc:docMk/>
          <pc:sldMk cId="0" sldId="260"/>
        </pc:sldMkLst>
        <pc:spChg chg="mod">
          <ac:chgData name="Aditi Janghu" userId="c8962396980548b0" providerId="LiveId" clId="{BF4547C3-07C8-4336-B34F-E4EB79BB2C20}" dt="2025-10-28T09:52:07.048" v="654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Aditi Janghu" userId="c8962396980548b0" providerId="LiveId" clId="{BF4547C3-07C8-4336-B34F-E4EB79BB2C20}" dt="2025-10-28T09:55:52.565" v="784" actId="20577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Aditi Janghu" userId="c8962396980548b0" providerId="LiveId" clId="{BF4547C3-07C8-4336-B34F-E4EB79BB2C20}" dt="2025-10-28T09:54:23.031" v="744" actId="1037"/>
          <ac:picMkLst>
            <pc:docMk/>
            <pc:sldMk cId="0" sldId="260"/>
            <ac:picMk id="5" creationId="{122D8BB7-38EE-9973-EDD5-8F424C222019}"/>
          </ac:picMkLst>
        </pc:picChg>
      </pc:sldChg>
      <pc:sldChg chg="modSp mod modTransition">
        <pc:chgData name="Aditi Janghu" userId="c8962396980548b0" providerId="LiveId" clId="{BF4547C3-07C8-4336-B34F-E4EB79BB2C20}" dt="2025-10-28T09:52:20.493" v="679" actId="14100"/>
        <pc:sldMkLst>
          <pc:docMk/>
          <pc:sldMk cId="0" sldId="261"/>
        </pc:sldMkLst>
        <pc:spChg chg="mod">
          <ac:chgData name="Aditi Janghu" userId="c8962396980548b0" providerId="LiveId" clId="{BF4547C3-07C8-4336-B34F-E4EB79BB2C20}" dt="2025-10-28T09:48:16.442" v="571"/>
          <ac:spMkLst>
            <pc:docMk/>
            <pc:sldMk cId="0" sldId="261"/>
            <ac:spMk id="2" creationId="{00000000-0000-0000-0000-000000000000}"/>
          </ac:spMkLst>
        </pc:spChg>
        <pc:spChg chg="mod">
          <ac:chgData name="Aditi Janghu" userId="c8962396980548b0" providerId="LiveId" clId="{BF4547C3-07C8-4336-B34F-E4EB79BB2C20}" dt="2025-10-28T09:39:28.940" v="497" actId="20577"/>
          <ac:spMkLst>
            <pc:docMk/>
            <pc:sldMk cId="0" sldId="261"/>
            <ac:spMk id="6" creationId="{24971E96-D0CE-32BA-B9E6-78AC73B326DA}"/>
          </ac:spMkLst>
        </pc:spChg>
        <pc:picChg chg="mod">
          <ac:chgData name="Aditi Janghu" userId="c8962396980548b0" providerId="LiveId" clId="{BF4547C3-07C8-4336-B34F-E4EB79BB2C20}" dt="2025-10-28T09:52:20.493" v="679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addSp delSp modSp mod modTransition">
        <pc:chgData name="Aditi Janghu" userId="c8962396980548b0" providerId="LiveId" clId="{BF4547C3-07C8-4336-B34F-E4EB79BB2C20}" dt="2025-10-28T09:53:03.353" v="685" actId="29295"/>
        <pc:sldMkLst>
          <pc:docMk/>
          <pc:sldMk cId="0" sldId="262"/>
        </pc:sldMkLst>
        <pc:spChg chg="mod">
          <ac:chgData name="Aditi Janghu" userId="c8962396980548b0" providerId="LiveId" clId="{BF4547C3-07C8-4336-B34F-E4EB79BB2C20}" dt="2025-10-28T09:52:40.699" v="684" actId="276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Aditi Janghu" userId="c8962396980548b0" providerId="LiveId" clId="{BF4547C3-07C8-4336-B34F-E4EB79BB2C20}" dt="2025-10-28T09:47:42.965" v="570"/>
          <ac:spMkLst>
            <pc:docMk/>
            <pc:sldMk cId="0" sldId="262"/>
            <ac:spMk id="3" creationId="{00000000-0000-0000-0000-000000000000}"/>
          </ac:spMkLst>
        </pc:spChg>
        <pc:picChg chg="add del mod">
          <ac:chgData name="Aditi Janghu" userId="c8962396980548b0" providerId="LiveId" clId="{BF4547C3-07C8-4336-B34F-E4EB79BB2C20}" dt="2025-10-28T09:44:12.162" v="537" actId="478"/>
          <ac:picMkLst>
            <pc:docMk/>
            <pc:sldMk cId="0" sldId="262"/>
            <ac:picMk id="5" creationId="{8DA10609-004F-057D-E4DE-03B86301537F}"/>
          </ac:picMkLst>
        </pc:picChg>
        <pc:picChg chg="add mod">
          <ac:chgData name="Aditi Janghu" userId="c8962396980548b0" providerId="LiveId" clId="{BF4547C3-07C8-4336-B34F-E4EB79BB2C20}" dt="2025-10-28T09:53:03.353" v="685" actId="29295"/>
          <ac:picMkLst>
            <pc:docMk/>
            <pc:sldMk cId="0" sldId="262"/>
            <ac:picMk id="7" creationId="{2D8CCF28-3852-4749-5CC3-579F138292D1}"/>
          </ac:picMkLst>
        </pc:picChg>
      </pc:sldChg>
      <pc:sldChg chg="addSp delSp modSp new mod modTransition">
        <pc:chgData name="Aditi Janghu" userId="c8962396980548b0" providerId="LiveId" clId="{BF4547C3-07C8-4336-B34F-E4EB79BB2C20}" dt="2025-10-28T09:55:04.358" v="776" actId="14100"/>
        <pc:sldMkLst>
          <pc:docMk/>
          <pc:sldMk cId="1723957195" sldId="263"/>
        </pc:sldMkLst>
        <pc:spChg chg="del">
          <ac:chgData name="Aditi Janghu" userId="c8962396980548b0" providerId="LiveId" clId="{BF4547C3-07C8-4336-B34F-E4EB79BB2C20}" dt="2025-10-28T09:08:28.267" v="7" actId="478"/>
          <ac:spMkLst>
            <pc:docMk/>
            <pc:sldMk cId="1723957195" sldId="263"/>
            <ac:spMk id="2" creationId="{AE10B64E-40DF-8277-6E2D-0715A39DFD9B}"/>
          </ac:spMkLst>
        </pc:spChg>
        <pc:spChg chg="del">
          <ac:chgData name="Aditi Janghu" userId="c8962396980548b0" providerId="LiveId" clId="{BF4547C3-07C8-4336-B34F-E4EB79BB2C20}" dt="2025-10-28T09:08:30.147" v="8" actId="478"/>
          <ac:spMkLst>
            <pc:docMk/>
            <pc:sldMk cId="1723957195" sldId="263"/>
            <ac:spMk id="3" creationId="{14FA734F-F42B-729D-0BD9-1097CF2613FF}"/>
          </ac:spMkLst>
        </pc:spChg>
        <pc:spChg chg="add mod">
          <ac:chgData name="Aditi Janghu" userId="c8962396980548b0" providerId="LiveId" clId="{BF4547C3-07C8-4336-B34F-E4EB79BB2C20}" dt="2025-10-28T09:41:07.576" v="510" actId="1076"/>
          <ac:spMkLst>
            <pc:docMk/>
            <pc:sldMk cId="1723957195" sldId="263"/>
            <ac:spMk id="5" creationId="{E8C9177A-D904-5CA6-585D-0E118C5A4535}"/>
          </ac:spMkLst>
        </pc:spChg>
        <pc:spChg chg="add mod">
          <ac:chgData name="Aditi Janghu" userId="c8962396980548b0" providerId="LiveId" clId="{BF4547C3-07C8-4336-B34F-E4EB79BB2C20}" dt="2025-10-28T09:55:04.358" v="776" actId="14100"/>
          <ac:spMkLst>
            <pc:docMk/>
            <pc:sldMk cId="1723957195" sldId="263"/>
            <ac:spMk id="7" creationId="{1A578416-FD69-AC1E-1C03-855CBFE9D152}"/>
          </ac:spMkLst>
        </pc:spChg>
        <pc:picChg chg="add mod">
          <ac:chgData name="Aditi Janghu" userId="c8962396980548b0" providerId="LiveId" clId="{BF4547C3-07C8-4336-B34F-E4EB79BB2C20}" dt="2025-10-28T09:50:32.630" v="620" actId="1037"/>
          <ac:picMkLst>
            <pc:docMk/>
            <pc:sldMk cId="1723957195" sldId="263"/>
            <ac:picMk id="8" creationId="{5F8239F8-A49A-4FA5-F1BF-BF0692F9C264}"/>
          </ac:picMkLst>
        </pc:picChg>
        <pc:picChg chg="add mod">
          <ac:chgData name="Aditi Janghu" userId="c8962396980548b0" providerId="LiveId" clId="{BF4547C3-07C8-4336-B34F-E4EB79BB2C20}" dt="2025-10-28T09:50:38.744" v="622" actId="1076"/>
          <ac:picMkLst>
            <pc:docMk/>
            <pc:sldMk cId="1723957195" sldId="263"/>
            <ac:picMk id="9" creationId="{FEC5A9AD-D409-0AA2-1489-E74AC4D8CADC}"/>
          </ac:picMkLst>
        </pc:picChg>
      </pc:sldChg>
      <pc:sldMasterChg chg="setBg modSldLayout">
        <pc:chgData name="Aditi Janghu" userId="c8962396980548b0" providerId="LiveId" clId="{BF4547C3-07C8-4336-B34F-E4EB79BB2C20}" dt="2025-10-28T09:50:14.571" v="587"/>
        <pc:sldMasterMkLst>
          <pc:docMk/>
          <pc:sldMasterMk cId="4197370809" sldId="2147483670"/>
        </pc:sldMasterMkLst>
        <pc:sldLayoutChg chg="setBg">
          <pc:chgData name="Aditi Janghu" userId="c8962396980548b0" providerId="LiveId" clId="{BF4547C3-07C8-4336-B34F-E4EB79BB2C20}" dt="2025-10-28T09:50:14.571" v="587"/>
          <pc:sldLayoutMkLst>
            <pc:docMk/>
            <pc:sldMasterMk cId="4197370809" sldId="2147483670"/>
            <pc:sldLayoutMk cId="708671681" sldId="2147483671"/>
          </pc:sldLayoutMkLst>
        </pc:sldLayoutChg>
        <pc:sldLayoutChg chg="setBg">
          <pc:chgData name="Aditi Janghu" userId="c8962396980548b0" providerId="LiveId" clId="{BF4547C3-07C8-4336-B34F-E4EB79BB2C20}" dt="2025-10-28T09:50:14.571" v="587"/>
          <pc:sldLayoutMkLst>
            <pc:docMk/>
            <pc:sldMasterMk cId="4197370809" sldId="2147483670"/>
            <pc:sldLayoutMk cId="665391326" sldId="2147483672"/>
          </pc:sldLayoutMkLst>
        </pc:sldLayoutChg>
        <pc:sldLayoutChg chg="setBg">
          <pc:chgData name="Aditi Janghu" userId="c8962396980548b0" providerId="LiveId" clId="{BF4547C3-07C8-4336-B34F-E4EB79BB2C20}" dt="2025-10-28T09:50:14.571" v="587"/>
          <pc:sldLayoutMkLst>
            <pc:docMk/>
            <pc:sldMasterMk cId="4197370809" sldId="2147483670"/>
            <pc:sldLayoutMk cId="4211970425" sldId="2147483673"/>
          </pc:sldLayoutMkLst>
        </pc:sldLayoutChg>
        <pc:sldLayoutChg chg="setBg">
          <pc:chgData name="Aditi Janghu" userId="c8962396980548b0" providerId="LiveId" clId="{BF4547C3-07C8-4336-B34F-E4EB79BB2C20}" dt="2025-10-28T09:50:14.571" v="587"/>
          <pc:sldLayoutMkLst>
            <pc:docMk/>
            <pc:sldMasterMk cId="4197370809" sldId="2147483670"/>
            <pc:sldLayoutMk cId="3368289984" sldId="2147483674"/>
          </pc:sldLayoutMkLst>
        </pc:sldLayoutChg>
        <pc:sldLayoutChg chg="setBg">
          <pc:chgData name="Aditi Janghu" userId="c8962396980548b0" providerId="LiveId" clId="{BF4547C3-07C8-4336-B34F-E4EB79BB2C20}" dt="2025-10-28T09:50:14.571" v="587"/>
          <pc:sldLayoutMkLst>
            <pc:docMk/>
            <pc:sldMasterMk cId="4197370809" sldId="2147483670"/>
            <pc:sldLayoutMk cId="1757832845" sldId="2147483675"/>
          </pc:sldLayoutMkLst>
        </pc:sldLayoutChg>
        <pc:sldLayoutChg chg="setBg">
          <pc:chgData name="Aditi Janghu" userId="c8962396980548b0" providerId="LiveId" clId="{BF4547C3-07C8-4336-B34F-E4EB79BB2C20}" dt="2025-10-28T09:50:14.571" v="587"/>
          <pc:sldLayoutMkLst>
            <pc:docMk/>
            <pc:sldMasterMk cId="4197370809" sldId="2147483670"/>
            <pc:sldLayoutMk cId="2933152027" sldId="2147483676"/>
          </pc:sldLayoutMkLst>
        </pc:sldLayoutChg>
        <pc:sldLayoutChg chg="setBg">
          <pc:chgData name="Aditi Janghu" userId="c8962396980548b0" providerId="LiveId" clId="{BF4547C3-07C8-4336-B34F-E4EB79BB2C20}" dt="2025-10-28T09:50:14.571" v="587"/>
          <pc:sldLayoutMkLst>
            <pc:docMk/>
            <pc:sldMasterMk cId="4197370809" sldId="2147483670"/>
            <pc:sldLayoutMk cId="1160569785" sldId="2147483677"/>
          </pc:sldLayoutMkLst>
        </pc:sldLayoutChg>
        <pc:sldLayoutChg chg="setBg">
          <pc:chgData name="Aditi Janghu" userId="c8962396980548b0" providerId="LiveId" clId="{BF4547C3-07C8-4336-B34F-E4EB79BB2C20}" dt="2025-10-28T09:50:14.571" v="587"/>
          <pc:sldLayoutMkLst>
            <pc:docMk/>
            <pc:sldMasterMk cId="4197370809" sldId="2147483670"/>
            <pc:sldLayoutMk cId="44675476" sldId="2147483678"/>
          </pc:sldLayoutMkLst>
        </pc:sldLayoutChg>
        <pc:sldLayoutChg chg="setBg">
          <pc:chgData name="Aditi Janghu" userId="c8962396980548b0" providerId="LiveId" clId="{BF4547C3-07C8-4336-B34F-E4EB79BB2C20}" dt="2025-10-28T09:50:14.571" v="587"/>
          <pc:sldLayoutMkLst>
            <pc:docMk/>
            <pc:sldMasterMk cId="4197370809" sldId="2147483670"/>
            <pc:sldLayoutMk cId="334645603" sldId="214748367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67168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391326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97042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2899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spcBef>
                <a:spcPts val="500"/>
              </a:spcBef>
              <a:buSzTx/>
              <a:buFontTx/>
              <a:buNone/>
              <a:defRPr sz="2400" b="1"/>
            </a:pPr>
            <a:r>
              <a:rPr lang="en-US"/>
              <a:t>Click to edit Master text styles</a:t>
            </a:r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83284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15202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978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FontTx/>
              <a:buNone/>
              <a:defRPr sz="1400"/>
            </a:pPr>
            <a:r>
              <a:rPr lang="en-US"/>
              <a:t>Click to edit Master text styles</a:t>
            </a:r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7547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4560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  <a:alpha val="8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37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p:transition spd="med"/>
  <p:txStyles>
    <p:titleStyle>
      <a:lvl1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ogos-world.net/procter-gamble-logo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arieclaire.ng/pg-announces-dissolution-from-nigerian-operations-to-adopt-import-based-model/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sinesstimes.com.sg/companies-markets/procter-gamble-replaces-ceo-jon-moeller-surprise-move-coo-shailesh-jejurika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etpoindexter.com/blog/balance-sheet-example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ldbusiness.com/human-achievement/pg-innovation-strategy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7587" y="25569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200" b="1" dirty="0"/>
              <a:t>Procter &amp; Gamble (P&amp;G) Annual Report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774" y="4259098"/>
            <a:ext cx="65679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/>
          </a:p>
          <a:p>
            <a:r>
              <a:rPr sz="1600" b="0" dirty="0"/>
              <a:t>Stock Price: $152.49  |  Fortune 500 Rank: #51  |  Market Cap: $370B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774" y="4913699"/>
            <a:ext cx="47391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>
              <a:highlight>
                <a:srgbClr val="C0C0C0"/>
              </a:highlight>
            </a:endParaRPr>
          </a:p>
          <a:p>
            <a:r>
              <a:rPr sz="1600" b="0" dirty="0">
                <a:highlight>
                  <a:srgbClr val="C0C0C0"/>
                </a:highlight>
              </a:rPr>
              <a:t>Submitted by: Aditi, Harsh</a:t>
            </a:r>
            <a:r>
              <a:rPr lang="en-US" sz="1600" b="0" dirty="0">
                <a:highlight>
                  <a:srgbClr val="C0C0C0"/>
                </a:highlight>
              </a:rPr>
              <a:t> Yadav</a:t>
            </a:r>
            <a:r>
              <a:rPr sz="1600" b="0" dirty="0">
                <a:highlight>
                  <a:srgbClr val="C0C0C0"/>
                </a:highlight>
              </a:rPr>
              <a:t>, Aanchal, Jatin, Sagar, Yug</a:t>
            </a:r>
            <a:endParaRPr lang="en-US" sz="1600" b="0" dirty="0">
              <a:highlight>
                <a:srgbClr val="C0C0C0"/>
              </a:highlight>
            </a:endParaRPr>
          </a:p>
          <a:p>
            <a:r>
              <a:rPr sz="1600" b="0" dirty="0"/>
              <a:t>
</a:t>
            </a:r>
            <a:r>
              <a:rPr sz="1600" b="0" dirty="0">
                <a:highlight>
                  <a:srgbClr val="C0C0C0"/>
                </a:highlight>
              </a:rPr>
              <a:t>Submitted to: Dr. Amarjeet Kaur</a:t>
            </a:r>
          </a:p>
        </p:txBody>
      </p:sp>
      <p:pic>
        <p:nvPicPr>
          <p:cNvPr id="6" name="Picture 5" descr="A blue circle with white text">
            <a:extLst>
              <a:ext uri="{FF2B5EF4-FFF2-40B4-BE49-F238E27FC236}">
                <a16:creationId xmlns:a16="http://schemas.microsoft.com/office/drawing/2014/main" id="{7160B996-5256-736D-FCC4-43C0DC8CE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28800" y="867083"/>
            <a:ext cx="4739148" cy="26657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10580" y="3217959"/>
            <a:ext cx="425736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000" b="0" dirty="0"/>
              <a:t>A Global Leader in Consumer Goods</a:t>
            </a:r>
          </a:p>
        </p:txBody>
      </p:sp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C8559EBF-E311-9E94-8E45-22EE3FCE5DA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dirty="0"/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Founded: 1837 | HQ: Cincinnati</a:t>
            </a:r>
            <a:r>
              <a:rPr lang="en-US" dirty="0"/>
              <a:t>, Ohio</a:t>
            </a:r>
            <a:r>
              <a:rPr dirty="0"/>
              <a:t>, USA</a:t>
            </a:r>
          </a:p>
          <a:p>
            <a:pPr marL="0" indent="0">
              <a:buNone/>
            </a:pPr>
            <a:r>
              <a:rPr dirty="0"/>
              <a:t>• Industry: FMCG | Operations in 180+ countries</a:t>
            </a:r>
          </a:p>
          <a:p>
            <a:pPr marL="0" indent="0">
              <a:buNone/>
            </a:pPr>
            <a:r>
              <a:rPr dirty="0"/>
              <a:t>• CEO: Jon Moeller → Shailesh Jejurikar (from Jan 2026)</a:t>
            </a:r>
          </a:p>
          <a:p>
            <a:pPr marL="0" indent="0">
              <a:buNone/>
            </a:pPr>
            <a:r>
              <a:rPr dirty="0"/>
              <a:t>• Brands: Tide, Pampers, Gillette, Oral-B, Olay, Pantene</a:t>
            </a:r>
          </a:p>
          <a:p>
            <a:pPr marL="0" indent="0">
              <a:buNone/>
            </a:pPr>
            <a:r>
              <a:rPr dirty="0"/>
              <a:t>• Competitors: Unilever, Colgate, Johnson &amp; Johnson</a:t>
            </a:r>
          </a:p>
          <a:p>
            <a:pPr marL="0" indent="0">
              <a:buNone/>
            </a:pPr>
            <a:r>
              <a:rPr dirty="0"/>
              <a:t>• Focus on innovation, sustainability, and customer trust.</a:t>
            </a:r>
          </a:p>
        </p:txBody>
      </p:sp>
      <p:pic>
        <p:nvPicPr>
          <p:cNvPr id="5" name="Picture 4" descr="A sign on a wall&#10;&#10;AI-generated content may be incorrect.">
            <a:extLst>
              <a:ext uri="{FF2B5EF4-FFF2-40B4-BE49-F238E27FC236}">
                <a16:creationId xmlns:a16="http://schemas.microsoft.com/office/drawing/2014/main" id="{0D9E0CBC-A4F3-4EBC-0F3A-DDDB80A44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95202" y="5490752"/>
            <a:ext cx="2053713" cy="136914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C9177A-D904-5CA6-585D-0E118C5A4535}"/>
              </a:ext>
            </a:extLst>
          </p:cNvPr>
          <p:cNvSpPr txBox="1"/>
          <p:nvPr/>
        </p:nvSpPr>
        <p:spPr>
          <a:xfrm>
            <a:off x="147486" y="1322206"/>
            <a:ext cx="4267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Segments by Revenue Share (FY 2025):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Fabric &amp; Home Care: 36%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Baby, Feminine &amp; Family Care: 24%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Beauty: 18%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Health Care: 14%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Grooming: 8%</a:t>
            </a:r>
          </a:p>
          <a:p>
            <a:pPr>
              <a:buNone/>
            </a:pPr>
            <a:r>
              <a:rPr lang="en-IN" b="1" dirty="0"/>
              <a:t>Geographic Sales Share: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North America: 52%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Europe: 22%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Greater China: 7%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Latin America: 7%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Asia Pacific: 7%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IMEA: 5%</a:t>
            </a:r>
          </a:p>
          <a:p>
            <a:pPr>
              <a:buNone/>
            </a:pPr>
            <a:r>
              <a:rPr lang="en-IN" b="1" dirty="0"/>
              <a:t>Brands:</a:t>
            </a:r>
            <a:r>
              <a:rPr lang="en-IN" dirty="0"/>
              <a:t> Tide, Pampers, Gillette, Oral-B, Olay, Pantene, Vicks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78416-FD69-AC1E-1C03-855CBFE9D152}"/>
              </a:ext>
            </a:extLst>
          </p:cNvPr>
          <p:cNvSpPr txBox="1"/>
          <p:nvPr/>
        </p:nvSpPr>
        <p:spPr>
          <a:xfrm>
            <a:off x="427702" y="184044"/>
            <a:ext cx="4301613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500" dirty="0"/>
              <a:t>Revenue Overview</a:t>
            </a: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5F8239F8-A49A-4FA5-F1BF-BF0692F9C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948" y="752168"/>
            <a:ext cx="3854246" cy="2561303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FEC5A9AD-D409-0AA2-1489-E74AC4D8C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54" y="3574025"/>
            <a:ext cx="3854246" cy="293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5719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9259"/>
          </a:xfrm>
        </p:spPr>
        <p:txBody>
          <a:bodyPr>
            <a:normAutofit/>
          </a:bodyPr>
          <a:lstStyle/>
          <a:p>
            <a:r>
              <a:rPr sz="3500" dirty="0"/>
              <a:t>Financial Highlights (FY 2025 vs FY 2024)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657" y="1097279"/>
            <a:ext cx="4298973" cy="451694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9CBA071-F8F7-2C7B-5383-13D318FD7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768084"/>
              </p:ext>
            </p:extLst>
          </p:nvPr>
        </p:nvGraphicFramePr>
        <p:xfrm>
          <a:off x="194369" y="1275737"/>
          <a:ext cx="4114800" cy="5381075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1871219">
                  <a:extLst>
                    <a:ext uri="{9D8B030D-6E8A-4147-A177-3AD203B41FA5}">
                      <a16:colId xmlns:a16="http://schemas.microsoft.com/office/drawing/2014/main" val="1407483332"/>
                    </a:ext>
                  </a:extLst>
                </a:gridCol>
                <a:gridCol w="615731">
                  <a:extLst>
                    <a:ext uri="{9D8B030D-6E8A-4147-A177-3AD203B41FA5}">
                      <a16:colId xmlns:a16="http://schemas.microsoft.com/office/drawing/2014/main" val="2212309333"/>
                    </a:ext>
                  </a:extLst>
                </a:gridCol>
                <a:gridCol w="1627850">
                  <a:extLst>
                    <a:ext uri="{9D8B030D-6E8A-4147-A177-3AD203B41FA5}">
                      <a16:colId xmlns:a16="http://schemas.microsoft.com/office/drawing/2014/main" val="1723222150"/>
                    </a:ext>
                  </a:extLst>
                </a:gridCol>
              </a:tblGrid>
              <a:tr h="4693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Metric                            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2025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Growth                    vs 2024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extLst>
                  <a:ext uri="{0D108BD9-81ED-4DB2-BD59-A6C34878D82A}">
                    <a16:rowId xmlns:a16="http://schemas.microsoft.com/office/drawing/2014/main" val="3779477716"/>
                  </a:ext>
                </a:extLst>
              </a:tr>
              <a:tr h="2608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Net Sales                         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$84.3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0.36%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extLst>
                  <a:ext uri="{0D108BD9-81ED-4DB2-BD59-A6C34878D82A}">
                    <a16:rowId xmlns:a16="http://schemas.microsoft.com/office/drawing/2014/main" val="3072013143"/>
                  </a:ext>
                </a:extLst>
              </a:tr>
              <a:tr h="2608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Operating Income                  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$20.5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10.81%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extLst>
                  <a:ext uri="{0D108BD9-81ED-4DB2-BD59-A6C34878D82A}">
                    <a16:rowId xmlns:a16="http://schemas.microsoft.com/office/drawing/2014/main" val="2168450960"/>
                  </a:ext>
                </a:extLst>
              </a:tr>
              <a:tr h="4693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Net Earnings Attributable to P&amp;G 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$16.0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7.38%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extLst>
                  <a:ext uri="{0D108BD9-81ED-4DB2-BD59-A6C34878D82A}">
                    <a16:rowId xmlns:a16="http://schemas.microsoft.com/office/drawing/2014/main" val="1973000743"/>
                  </a:ext>
                </a:extLst>
              </a:tr>
              <a:tr h="4693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Net Earnings Margin              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19.10%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                                  +1.3 pts     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extLst>
                  <a:ext uri="{0D108BD9-81ED-4DB2-BD59-A6C34878D82A}">
                    <a16:rowId xmlns:a16="http://schemas.microsoft.com/office/drawing/2014/main" val="3616647035"/>
                  </a:ext>
                </a:extLst>
              </a:tr>
              <a:tr h="4693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Diluted Net Earnings per Share   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$6.51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8.13%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extLst>
                  <a:ext uri="{0D108BD9-81ED-4DB2-BD59-A6C34878D82A}">
                    <a16:rowId xmlns:a16="http://schemas.microsoft.com/office/drawing/2014/main" val="3882138881"/>
                  </a:ext>
                </a:extLst>
              </a:tr>
              <a:tr h="4693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Core Earnings per Share          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$6.83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3.64%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extLst>
                  <a:ext uri="{0D108BD9-81ED-4DB2-BD59-A6C34878D82A}">
                    <a16:rowId xmlns:a16="http://schemas.microsoft.com/office/drawing/2014/main" val="2891960390"/>
                  </a:ext>
                </a:extLst>
              </a:tr>
              <a:tr h="4693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Operating Cash Flow              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$17.8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-10.10%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extLst>
                  <a:ext uri="{0D108BD9-81ED-4DB2-BD59-A6C34878D82A}">
                    <a16:rowId xmlns:a16="http://schemas.microsoft.com/office/drawing/2014/main" val="1256993890"/>
                  </a:ext>
                </a:extLst>
              </a:tr>
              <a:tr h="4693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Dividends per Common Share       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$4.08 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6.52%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extLst>
                  <a:ext uri="{0D108BD9-81ED-4DB2-BD59-A6C34878D82A}">
                    <a16:rowId xmlns:a16="http://schemas.microsoft.com/office/drawing/2014/main" val="1786193052"/>
                  </a:ext>
                </a:extLst>
              </a:tr>
              <a:tr h="71095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Capital Returned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$15.0B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 Dividends + Share Buybacks 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extLst>
                  <a:ext uri="{0D108BD9-81ED-4DB2-BD59-A6C34878D82A}">
                    <a16:rowId xmlns:a16="http://schemas.microsoft.com/office/drawing/2014/main" val="723079439"/>
                  </a:ext>
                </a:extLst>
              </a:tr>
              <a:tr h="46935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Free Cash Flow Productivity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105%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0" dirty="0">
                          <a:effectLst/>
                        </a:rPr>
                        <a:t>Exceeded Target</a:t>
                      </a:r>
                      <a:endParaRPr lang="en-IN" sz="1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38877" marR="38877" marT="0" marB="0"/>
                </a:tc>
                <a:extLst>
                  <a:ext uri="{0D108BD9-81ED-4DB2-BD59-A6C34878D82A}">
                    <a16:rowId xmlns:a16="http://schemas.microsoft.com/office/drawing/2014/main" val="399736419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954394"/>
          </a:xfrm>
        </p:spPr>
        <p:txBody>
          <a:bodyPr/>
          <a:lstStyle/>
          <a:p>
            <a:r>
              <a:rPr dirty="0"/>
              <a:t>Balance Sheet &amp; Key 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425013"/>
            <a:ext cx="7969045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Total Assets: $125.2B </a:t>
            </a:r>
            <a:r>
              <a:rPr lang="en-US" dirty="0"/>
              <a:t>= </a:t>
            </a:r>
            <a:r>
              <a:rPr dirty="0"/>
              <a:t>Liabilities: $72.9B </a:t>
            </a:r>
            <a:r>
              <a:rPr lang="en-US" dirty="0"/>
              <a:t>+</a:t>
            </a:r>
            <a:r>
              <a:rPr dirty="0"/>
              <a:t> Equity: $52.3B</a:t>
            </a:r>
          </a:p>
          <a:p>
            <a:pPr marL="0" indent="0">
              <a:buNone/>
            </a:pPr>
            <a:r>
              <a:rPr dirty="0"/>
              <a:t>• Current Ratio: 0.70 (Industry Avg: 1.0)</a:t>
            </a:r>
            <a:endParaRPr lang="en-US" dirty="0"/>
          </a:p>
          <a:p>
            <a:pPr marL="0" indent="0">
              <a:buNone/>
            </a:pPr>
            <a:r>
              <a:rPr lang="en-US" sz="1600" dirty="0"/>
              <a:t>        Current ratio= current assets/current liabilities</a:t>
            </a:r>
            <a:endParaRPr sz="1600" dirty="0"/>
          </a:p>
          <a:p>
            <a:pPr marL="0" indent="0">
              <a:buNone/>
            </a:pPr>
            <a:r>
              <a:rPr dirty="0"/>
              <a:t>• Debt-to-Assets: 0.58 (Industry Avg: 0.5)</a:t>
            </a:r>
            <a:endParaRPr lang="en-US" dirty="0"/>
          </a:p>
          <a:p>
            <a:pPr marL="0" indent="0">
              <a:buNone/>
            </a:pPr>
            <a:r>
              <a:rPr lang="en-US" sz="1600" dirty="0"/>
              <a:t>       Debt to assets ratio=Total liabilities/Total/assets</a:t>
            </a:r>
            <a:endParaRPr sz="1600" dirty="0"/>
          </a:p>
          <a:p>
            <a:pPr marL="0" indent="0">
              <a:buNone/>
            </a:pPr>
            <a:r>
              <a:rPr dirty="0"/>
              <a:t>• Strong equity base and manageable debt structure.</a:t>
            </a:r>
          </a:p>
          <a:p>
            <a:pPr marL="0" indent="0">
              <a:buNone/>
            </a:pPr>
            <a:r>
              <a:rPr dirty="0"/>
              <a:t>• Consistent dividend payouts showing financial health.</a:t>
            </a:r>
          </a:p>
        </p:txBody>
      </p:sp>
      <p:pic>
        <p:nvPicPr>
          <p:cNvPr id="5" name="Picture 4" descr="A diagram of a balance&#10;&#10;AI-generated content may be incorrect.">
            <a:extLst>
              <a:ext uri="{FF2B5EF4-FFF2-40B4-BE49-F238E27FC236}">
                <a16:creationId xmlns:a16="http://schemas.microsoft.com/office/drawing/2014/main" id="{122D8BB7-38EE-9973-EDD5-8F424C2220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59794" y="5406780"/>
            <a:ext cx="2669658" cy="143155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Profitability Ratios (2023–2025)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0" y="2007572"/>
            <a:ext cx="4358148" cy="31248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971E96-D0CE-32BA-B9E6-78AC73B326DA}"/>
              </a:ext>
            </a:extLst>
          </p:cNvPr>
          <p:cNvSpPr txBox="1"/>
          <p:nvPr/>
        </p:nvSpPr>
        <p:spPr>
          <a:xfrm>
            <a:off x="228600" y="1760930"/>
            <a:ext cx="4572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Common Size Income Statement (FY 2025):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Gross Margin: 51.16%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Operating Margin: 26.90%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Profit Margin: 18.95%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Return on Assets: 12.76%</a:t>
            </a:r>
          </a:p>
          <a:p>
            <a:pPr>
              <a:buNone/>
            </a:pPr>
            <a:r>
              <a:rPr lang="en-IN" b="1" dirty="0"/>
              <a:t>3-Year Revenue Trend: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2023: $82.0B → 2024: $84.0B → 2025: $84.3B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Comparison vs. Industry: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Operating &amp; Profit Margins above industry average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ROA slightly below industry benchmark</a:t>
            </a:r>
          </a:p>
          <a:p>
            <a:pPr>
              <a:buNone/>
            </a:pPr>
            <a:r>
              <a:rPr lang="en-IN" b="1" dirty="0"/>
              <a:t>EPS Growth: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Basic EPS: $6.67 Diluted EPS: $6.51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1741" y="328661"/>
            <a:ext cx="4044633" cy="1627958"/>
          </a:xfrm>
        </p:spPr>
        <p:txBody>
          <a:bodyPr>
            <a:normAutofit/>
          </a:bodyPr>
          <a:lstStyle/>
          <a:p>
            <a:r>
              <a:rPr dirty="0"/>
              <a:t>Key Insights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2052484"/>
            <a:ext cx="8229600" cy="421066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dirty="0"/>
              <a:t>• Deloitte &amp; Touche LLP provided a clean audit opinion.</a:t>
            </a:r>
          </a:p>
          <a:p>
            <a:pPr marL="0" indent="0">
              <a:buNone/>
            </a:pPr>
            <a:r>
              <a:rPr dirty="0"/>
              <a:t>• Leadership transition ensures strategic continuity.</a:t>
            </a:r>
          </a:p>
          <a:p>
            <a:pPr marL="0" indent="0">
              <a:buNone/>
            </a:pPr>
            <a:r>
              <a:rPr dirty="0"/>
              <a:t>• Sustainability efforts in water, waste, and climate.</a:t>
            </a:r>
          </a:p>
          <a:p>
            <a:pPr marL="0" indent="0">
              <a:buNone/>
            </a:pPr>
            <a:r>
              <a:rPr dirty="0"/>
              <a:t>• Altman Z-Score of 5.5 indicates very low bankruptcy risk.</a:t>
            </a:r>
          </a:p>
          <a:p>
            <a:pPr marL="0" indent="0">
              <a:buNone/>
            </a:pPr>
            <a:r>
              <a:rPr dirty="0"/>
              <a:t>• P&amp;G maintains its position as a financially strong, globally trusted brand.</a:t>
            </a:r>
          </a:p>
        </p:txBody>
      </p:sp>
      <p:pic>
        <p:nvPicPr>
          <p:cNvPr id="7" name="Picture 6" descr="A group of cleaning products&#10;&#10;AI-generated content may be incorrect.">
            <a:extLst>
              <a:ext uri="{FF2B5EF4-FFF2-40B4-BE49-F238E27FC236}">
                <a16:creationId xmlns:a16="http://schemas.microsoft.com/office/drawing/2014/main" id="{2D8CCF28-3852-4749-5CC3-579F138292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" y="335166"/>
            <a:ext cx="2975376" cy="171731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heme1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heme1" id="{77EE9546-FD1A-4F84-9F3D-76E7CDCADD62}" vid="{691097B8-18D6-495D-9C7C-2CB99F519C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65</TotalTime>
  <Words>550</Words>
  <Application>Microsoft Office PowerPoint</Application>
  <PresentationFormat>On-screen Show (4:3)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Theme1</vt:lpstr>
      <vt:lpstr>PowerPoint Presentation</vt:lpstr>
      <vt:lpstr>Company Overview</vt:lpstr>
      <vt:lpstr>PowerPoint Presentation</vt:lpstr>
      <vt:lpstr>Financial Highlights (FY 2025 vs FY 2024)</vt:lpstr>
      <vt:lpstr>Balance Sheet &amp; Key Ratios</vt:lpstr>
      <vt:lpstr>Profitability Ratios (2023–2025)</vt:lpstr>
      <vt:lpstr>Key Insights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Aditi Janghu</cp:lastModifiedBy>
  <cp:revision>2</cp:revision>
  <dcterms:created xsi:type="dcterms:W3CDTF">2013-01-27T09:14:16Z</dcterms:created>
  <dcterms:modified xsi:type="dcterms:W3CDTF">2025-10-28T09:56:33Z</dcterms:modified>
  <cp:category/>
</cp:coreProperties>
</file>